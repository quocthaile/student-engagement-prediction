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57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137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Đây là dataset cuối cùng dùng để huấn luyện mô hình. Đã được rút gọn và tối ưu.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Dataset này được tạo ra từ dataset trước đó thông qua chọn feature và cân bằng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Schema đã được rút gọn chỉ giữ các feature quan trọng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lang="en-US" dirty="0"/>
              <a:t>4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</a:t>
            </a:r>
            <a:r>
              <a:rPr dirty="0" err="1"/>
              <a:t>nhằm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phỏng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Các feature hành vi vẫn là quan trọng nhất trong dự đoán.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Label giữ nguyên từ dataset trước.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SMOTE được dùng để cân bằng dữ liệu, giúp model học tốt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Nhờ SMOTE, phân phối nhãn đã được cân bằng.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Dataset đã được đơn giản hóa để phù hợp với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Đây là dataset tối ưu nhất cho việc train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thực nghiệm (train_smote)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60,000 samples | 8 features</a:t>
            </a:r>
          </a:p>
          <a:p>
            <a:r>
              <a:t>User-level dataset</a:t>
            </a:r>
          </a:p>
          <a:p>
            <a:r>
              <a:t>Dùng để train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Nguồn gốc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Từ pos-processing_dataset</a:t>
            </a:r>
          </a:p>
          <a:p>
            <a:r>
              <a:t>Feature selection</a:t>
            </a:r>
          </a:p>
          <a:p>
            <a:r>
              <a:t>SMOTE applied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attempts_</a:t>
            </a:r>
            <a:r>
              <a:rPr lang="en-US" dirty="0"/>
              <a:t>4</a:t>
            </a:r>
            <a:r>
              <a:rPr dirty="0"/>
              <a:t>w, score_</a:t>
            </a:r>
            <a:r>
              <a:rPr lang="en-US" dirty="0"/>
              <a:t>4</a:t>
            </a:r>
            <a:r>
              <a:rPr dirty="0"/>
              <a:t>w</a:t>
            </a:r>
          </a:p>
          <a:p>
            <a:r>
              <a:rPr dirty="0"/>
              <a:t>accuracy_rate_</a:t>
            </a:r>
            <a:r>
              <a:rPr lang="en-US" dirty="0"/>
              <a:t>4</a:t>
            </a:r>
            <a:r>
              <a:rPr dirty="0"/>
              <a:t>w</a:t>
            </a:r>
          </a:p>
          <a:p>
            <a:r>
              <a:rPr dirty="0" err="1"/>
              <a:t>num_courses</a:t>
            </a:r>
            <a:r>
              <a:rPr dirty="0"/>
              <a:t>, age</a:t>
            </a:r>
          </a:p>
          <a:p>
            <a:r>
              <a:rPr dirty="0" err="1"/>
              <a:t>target_label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Early window: </a:t>
            </a:r>
            <a:r>
              <a:rPr lang="en-US" dirty="0"/>
              <a:t>4</a:t>
            </a:r>
            <a:r>
              <a:rPr dirty="0"/>
              <a:t> weeks</a:t>
            </a:r>
          </a:p>
          <a:p>
            <a:r>
              <a:rPr dirty="0"/>
              <a:t>Aggregate behavior</a:t>
            </a:r>
          </a:p>
          <a:p>
            <a:r>
              <a:rPr dirty="0"/>
              <a:t>Reduce noise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attempts_</a:t>
            </a:r>
            <a:r>
              <a:rPr lang="en-US" dirty="0"/>
              <a:t>4</a:t>
            </a:r>
            <a:r>
              <a:rPr dirty="0"/>
              <a:t>w</a:t>
            </a:r>
          </a:p>
          <a:p>
            <a:r>
              <a:rPr dirty="0"/>
              <a:t>accuracy_rate_</a:t>
            </a:r>
            <a:r>
              <a:rPr lang="en-US" dirty="0"/>
              <a:t>4</a:t>
            </a:r>
            <a:r>
              <a:rPr dirty="0"/>
              <a:t>w</a:t>
            </a:r>
          </a:p>
          <a:p>
            <a:r>
              <a:rPr dirty="0"/>
              <a:t>score_</a:t>
            </a:r>
            <a:r>
              <a:rPr lang="en-US" dirty="0"/>
              <a:t>4</a:t>
            </a:r>
            <a:r>
              <a:rPr dirty="0"/>
              <a:t>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target_label</a:t>
            </a:r>
          </a:p>
          <a:p>
            <a:r>
              <a:t>Derived from WES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 dataset</a:t>
            </a:r>
          </a:p>
          <a:p>
            <a:r>
              <a:t>Only applied on train</a:t>
            </a:r>
          </a:p>
          <a:p>
            <a:r>
              <a:t>Prevent bias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classes</a:t>
            </a:r>
          </a:p>
          <a:p>
            <a:r>
              <a:t>~1:1:1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Khác biệt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29 → 8 features</a:t>
            </a:r>
          </a:p>
          <a:p>
            <a:r>
              <a:t>Complex → optimized</a:t>
            </a:r>
          </a:p>
          <a:p>
            <a:r>
              <a:t>General → model-ready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Ready for ML</a:t>
            </a:r>
          </a:p>
          <a:p>
            <a:r>
              <a:t>Efficient + compact</a:t>
            </a:r>
          </a:p>
          <a:p>
            <a:r>
              <a:t>High signal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263</Words>
  <Application>Microsoft Office PowerPoint</Application>
  <PresentationFormat>On-screen Show (4:3)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Dataset thực nghiệm (train_smote)</vt:lpstr>
      <vt:lpstr>Nguồn gốc</vt:lpstr>
      <vt:lpstr>Schema</vt:lpstr>
      <vt:lpstr>Feature Engineering</vt:lpstr>
      <vt:lpstr>Feature Importance</vt:lpstr>
      <vt:lpstr>Label</vt:lpstr>
      <vt:lpstr>SMOTE</vt:lpstr>
      <vt:lpstr>Distribution</vt:lpstr>
      <vt:lpstr>Khác biệt chính</vt:lpstr>
      <vt:lpstr>Kết luận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Thanh Sơn</cp:lastModifiedBy>
  <cp:revision>2</cp:revision>
  <dcterms:created xsi:type="dcterms:W3CDTF">2013-01-27T09:14:16Z</dcterms:created>
  <dcterms:modified xsi:type="dcterms:W3CDTF">2026-05-07T11:18:27Z</dcterms:modified>
  <cp:category/>
</cp:coreProperties>
</file>